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1" r:id="rId4"/>
    <p:sldId id="262" r:id="rId5"/>
    <p:sldId id="263" r:id="rId6"/>
    <p:sldId id="265" r:id="rId7"/>
    <p:sldId id="266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ED8E-5CE1-9B03-000F-F5599DD00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E7758-04E0-18AA-FF1A-9342FCE42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DED7-1C1E-C2EC-EBCE-CF9D8D1E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0CFDB-F0E9-B2EF-BA0F-F1B941E1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99925-9362-7024-0963-DC7AD6B7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5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2BF7-8153-5333-52E8-127CE048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5C1EF-06AA-760A-F6A6-690AB165A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B505-BFA2-5EEB-A18E-178071A19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5A03-7EFF-3586-82CC-6840BE12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10DD-7818-C3E6-9BCA-8EA2F6E3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264C1-6FA2-C48A-D0B3-D5B00D40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44BAB-03E5-D5AE-C28C-A0E8A5F7D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18B36-129D-A50C-FDC6-7249E1F4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4BF6-1FF3-20B1-0A3B-16BA9B0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74B2-5948-13E0-F4F4-EFC2C6D7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68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0AF7-E02B-6515-0EF6-FF5916B7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CE52-8A7C-1BBA-A43F-3ABA9D96B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AE493-B3F0-074A-9D52-A673927EA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2CE12-2259-D87F-5A72-DA6B6C1C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61612-050F-80BE-A1DA-8B214D2D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9DD6F-EBF7-B6B5-D334-C296AA1C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7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E1CC-D3FB-F6E1-2E75-6268F0F6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A40C2-840E-A49C-FD0A-47B1546AF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CD06E-AAED-13E6-0E73-B886AE73F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1831E-D94D-79B9-ECE0-FF4A3173A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DCA7D-8FDC-7373-1B47-3741E591C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56DA5-B615-6A6D-FFDB-397FCE26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A5558-468A-52AA-DF66-AA758664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6EB17-AEFA-43CE-FC5D-DDEF16B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8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2904-4C16-6F44-AE74-B2CD485F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7121CC-6CF1-3B5E-07ED-863DE9A6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609B2-E0F9-8D07-D783-B4EFF72C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4BB29-93B3-4C24-8B38-B6031731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55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16FBF-5B0A-8FE7-3BFA-FA45B308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703A5-B70A-FCA7-A925-19D9290D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BAF15-7AD4-54AB-90B6-C05569D3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78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1EA1-07EA-B95C-F401-FE16463E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120F-F161-AAB2-CB2F-8C22C403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87479-EF08-93D9-506D-6EEC512C8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2BEC3-9442-1D60-F601-A815B88CB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543A6-26B2-C6EF-C82E-315BA6DD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F9C25-ACC4-BD24-D976-C8C5879E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F322-32A6-C6E4-070E-FF2FFFEF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B0D1B7-D00D-6D3F-EEC2-B2F3531B9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A45D4-D093-0800-3EE7-03B72A7CA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762A-D621-C5E3-7773-5E08CAB9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A8AAD-A186-D6D6-946B-2F078CB1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9E9F3-72C5-D4A6-C688-BEE91845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00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FFD9-3406-BBBF-A9D9-F8310EE3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FD9AE-0B3D-3C26-0583-73620FCEF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BB0D-6B97-E35B-A943-4504629E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80A25-BC98-CEA7-607E-85D2970A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BFCF-2EFA-CD8F-6957-EC092E34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2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26DAF-00E0-81B5-C5D1-9E158A679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5BA81-72CC-4895-4771-58D05FBC7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E777A-2C2C-F5BE-E318-A9E310F8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FB63-AC02-579A-340E-76A9A64A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33913-A53E-4856-8AE8-857CAB92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08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CF4E0-CD19-490B-A82D-9BCF0805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F8538-6289-A327-2714-85F26A144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870E-CA91-87BC-A622-AD857FD7D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0AA9F-AF83-4F41-B8BD-20C29877D7B3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4581-3F2A-598F-2806-675FB83E2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0CF1D-058F-0802-55BB-F8D6D4D93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29592-4777-4A5D-A3B9-DC0E377766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1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A9D1-A53A-B20F-1ED0-B7CF8779E4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Capstone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E1444-69C7-EAF0-07D2-2FAE5C569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Property Listings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85FBF-B2BA-07E2-633F-422D365B4DF1}"/>
              </a:ext>
            </a:extLst>
          </p:cNvPr>
          <p:cNvSpPr txBox="1"/>
          <p:nvPr/>
        </p:nvSpPr>
        <p:spPr>
          <a:xfrm>
            <a:off x="10009239" y="4996973"/>
            <a:ext cx="19664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Presented by</a:t>
            </a:r>
            <a:r>
              <a:rPr lang="en-US" dirty="0">
                <a:solidFill>
                  <a:schemeClr val="bg1"/>
                </a:solidFill>
              </a:rPr>
              <a:t>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Ziniya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Shivani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Humayun</a:t>
            </a:r>
          </a:p>
          <a:p>
            <a:r>
              <a:rPr lang="en-US" dirty="0">
                <a:solidFill>
                  <a:schemeClr val="bg1"/>
                </a:solidFill>
              </a:rPr>
              <a:t>Ramesh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CC030-3B52-7ECD-218B-3B9FB3C9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281" y="9500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3F3C0-B135-32BE-9038-B5356B712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Analyze property pricing trends across locations (state, city, </a:t>
            </a:r>
            <a:r>
              <a:rPr lang="en-US" sz="2400" dirty="0" err="1"/>
              <a:t>zipcode</a:t>
            </a:r>
            <a:r>
              <a:rPr lang="en-US" sz="2400" dirty="0"/>
              <a:t>) and property features (bedrooms, bathrooms, area).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Compare actual listing prices to market estimates and rent estimates.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Identify factors influencing price per square foot and overall property valuation.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Enable ad hoc exploration of “What-If” scenarios (e.g., adjusting price per square foot to estimate potential market value or rental yield).</a:t>
            </a:r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3C072A-0755-BC30-2B24-DECA79E88590}"/>
              </a:ext>
            </a:extLst>
          </p:cNvPr>
          <p:cNvSpPr txBox="1">
            <a:spLocks/>
          </p:cNvSpPr>
          <p:nvPr/>
        </p:nvSpPr>
        <p:spPr>
          <a:xfrm>
            <a:off x="3033250" y="443788"/>
            <a:ext cx="5658459" cy="716423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Objective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5C8F5-B07C-BF59-17C5-A00B9E44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680" y="19664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0143-E42E-2824-0391-345E912FA74F}"/>
              </a:ext>
            </a:extLst>
          </p:cNvPr>
          <p:cNvSpPr txBox="1">
            <a:spLocks/>
          </p:cNvSpPr>
          <p:nvPr/>
        </p:nvSpPr>
        <p:spPr>
          <a:xfrm>
            <a:off x="3062747" y="286472"/>
            <a:ext cx="5658459" cy="716423"/>
          </a:xfrm>
          <a:prstGeom prst="rect">
            <a:avLst/>
          </a:prstGeom>
          <a:solidFill>
            <a:srgbClr val="FF0000"/>
          </a:solidFill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End-User Operations Guide &amp; Quick-Reference Manual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ED137B-4703-8556-C0C1-8F46A1C24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951" y="1051745"/>
            <a:ext cx="5067983" cy="2408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364D0E-90D8-1B41-7097-AB094C9D6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24" y="1051745"/>
            <a:ext cx="5555227" cy="2591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C7EF28-1E4F-4826-314D-0373A55E3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24" y="3744055"/>
            <a:ext cx="5393537" cy="24538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4D3A57-3B06-4A93-12E7-E6012A28D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951" y="3694894"/>
            <a:ext cx="5067984" cy="245385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1E90A4-814C-E7B5-7142-3764F02FAF04}"/>
              </a:ext>
            </a:extLst>
          </p:cNvPr>
          <p:cNvCxnSpPr>
            <a:cxnSpLocks/>
          </p:cNvCxnSpPr>
          <p:nvPr/>
        </p:nvCxnSpPr>
        <p:spPr>
          <a:xfrm flipV="1">
            <a:off x="446824" y="3489370"/>
            <a:ext cx="10988092" cy="895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D1BB9B-A21E-28D9-9495-70861CC4E212}"/>
              </a:ext>
            </a:extLst>
          </p:cNvPr>
          <p:cNvCxnSpPr/>
          <p:nvPr/>
        </p:nvCxnSpPr>
        <p:spPr>
          <a:xfrm>
            <a:off x="6037008" y="1189703"/>
            <a:ext cx="0" cy="45916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EE4E8DF-A236-28D9-7300-736EDFC3B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680" y="19664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5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C9B9-B74F-F023-D530-363DE7D0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46B1-07B1-BC59-711A-CF9C1383467B}"/>
              </a:ext>
            </a:extLst>
          </p:cNvPr>
          <p:cNvSpPr txBox="1">
            <a:spLocks/>
          </p:cNvSpPr>
          <p:nvPr/>
        </p:nvSpPr>
        <p:spPr>
          <a:xfrm>
            <a:off x="3062747" y="286472"/>
            <a:ext cx="5658459" cy="716423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  <a:p>
            <a:pPr algn="ctr"/>
            <a:r>
              <a:rPr lang="en-US" sz="2200" b="1" dirty="0">
                <a:solidFill>
                  <a:schemeClr val="bg1"/>
                </a:solidFill>
              </a:rPr>
              <a:t>Technical Document</a:t>
            </a:r>
            <a:endParaRPr lang="en-IN" sz="22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FC0B8F-7BEA-2108-44A4-9FE951F64EAE}"/>
              </a:ext>
            </a:extLst>
          </p:cNvPr>
          <p:cNvCxnSpPr>
            <a:cxnSpLocks/>
          </p:cNvCxnSpPr>
          <p:nvPr/>
        </p:nvCxnSpPr>
        <p:spPr>
          <a:xfrm>
            <a:off x="928610" y="3667429"/>
            <a:ext cx="91789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AC3C6BE-31AD-93FD-4D68-32D63D8A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90" y="1216049"/>
            <a:ext cx="8913486" cy="2301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A12BC-7D9A-59F2-9331-F89B72A0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90" y="3817371"/>
            <a:ext cx="8913486" cy="2839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74E137-5932-86F4-03AA-B97EEABD8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9224" y="0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5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CD9B7-4EFE-8CD7-69BC-846EEF7C7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BF902-BE24-074A-D69A-A408A604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38" y="782765"/>
            <a:ext cx="8807916" cy="36614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9823C6-8BB3-F5AF-BFB4-A093BA926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894" y="0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8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05AB8-D394-67FF-81F4-A056330A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BE4E-3C17-6496-B748-62E96895A5DD}"/>
              </a:ext>
            </a:extLst>
          </p:cNvPr>
          <p:cNvSpPr txBox="1">
            <a:spLocks/>
          </p:cNvSpPr>
          <p:nvPr/>
        </p:nvSpPr>
        <p:spPr>
          <a:xfrm>
            <a:off x="3062747" y="286472"/>
            <a:ext cx="5658459" cy="716423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/>
          </a:p>
          <a:p>
            <a:pPr algn="ctr"/>
            <a:r>
              <a:rPr lang="en-US" sz="2200" b="1" dirty="0">
                <a:solidFill>
                  <a:schemeClr val="bg1"/>
                </a:solidFill>
              </a:rPr>
              <a:t>Publish to Power BI Service</a:t>
            </a:r>
            <a:endParaRPr lang="en-IN" sz="22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DFDDA3-E7F0-A81C-D69C-E0981B8D53CE}"/>
              </a:ext>
            </a:extLst>
          </p:cNvPr>
          <p:cNvCxnSpPr>
            <a:cxnSpLocks/>
          </p:cNvCxnSpPr>
          <p:nvPr/>
        </p:nvCxnSpPr>
        <p:spPr>
          <a:xfrm>
            <a:off x="928610" y="3667429"/>
            <a:ext cx="91789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B8FAB05-FC2F-E029-9B42-4E4A8205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73" y="1380107"/>
            <a:ext cx="8660430" cy="1910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CBCEEA-A638-BA4E-9A17-F68765B82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873" y="3827593"/>
            <a:ext cx="8660430" cy="2408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776074-019E-D27F-2244-950A29C34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281" y="0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9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683C-3373-DC89-CC0F-039478BD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77D7AE-22BE-530A-CBB6-F4C7B9F5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11" y="1446828"/>
            <a:ext cx="8363253" cy="2997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A43C4B-5D5A-92CC-5556-22302C502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281" y="0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6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F3FBA-930A-DDF1-CCAC-EA3BE068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F27B-F7AD-92D3-5B05-732EF5E60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Thank you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87769-35FC-3B12-274F-68A1C06D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449" y="2126"/>
            <a:ext cx="1371719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7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104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Project Capstone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Balami</dc:creator>
  <cp:lastModifiedBy>Ramesh Balami</cp:lastModifiedBy>
  <cp:revision>21</cp:revision>
  <dcterms:created xsi:type="dcterms:W3CDTF">2026-06-25T06:14:37Z</dcterms:created>
  <dcterms:modified xsi:type="dcterms:W3CDTF">2026-06-28T14:04:30Z</dcterms:modified>
</cp:coreProperties>
</file>